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A26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384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5919D1-6907-47E0-9C37-CF115BDDE7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36B1017-E2A8-4ADB-91F7-85E802C0BC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3349B68-A5C3-46F3-B166-0A74744A9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03170-10BB-4ECE-A803-6925E86BEF51}" type="datetimeFigureOut">
              <a:rPr lang="zh-CN" altLang="en-US" smtClean="0"/>
              <a:t>2025/11/9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1F14300-E567-4F86-A237-7E41051E7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EFF53AD-B8FF-48A9-B53D-6ED93EC24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82AE0-DEC4-4DCA-95DA-1171B67DF9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89090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8FCA9A-EE81-4E99-ACB7-6FF3D9710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D5DDF66-8BAB-40E1-99B8-F919B27DC9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A09E723-A585-4D5A-8869-83AC6FFF9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03170-10BB-4ECE-A803-6925E86BEF51}" type="datetimeFigureOut">
              <a:rPr lang="zh-CN" altLang="en-US" smtClean="0"/>
              <a:t>2025/11/9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89C922B-C28A-4F45-AA31-3871B982B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E24F7F0-2536-4857-BCD8-D0F9CEB0C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82AE0-DEC4-4DCA-95DA-1171B67DF9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50195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BC1214-31CD-4BD6-B6F4-1DE517D7E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4717CF3-79CD-4529-99B2-F2FE54A28E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D5D2C62-C014-45BC-8FA6-5AED15448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03170-10BB-4ECE-A803-6925E86BEF51}" type="datetimeFigureOut">
              <a:rPr lang="zh-CN" altLang="en-US" smtClean="0"/>
              <a:t>2025/11/9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D634A1F-871E-4E62-9E3F-56EF1DEBF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15E3479-2B91-4D3B-AB02-3AB0557E6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82AE0-DEC4-4DCA-95DA-1171B67DF9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1231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DED2F9-E531-40B5-A770-CEABABBAB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1585ABF-7C05-422F-8CF8-875A9BA5F8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E5CAC40-7723-4843-A64F-2EF75D4C48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F35BE69-6B0E-437E-8170-1439DCE96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03170-10BB-4ECE-A803-6925E86BEF51}" type="datetimeFigureOut">
              <a:rPr lang="zh-CN" altLang="en-US" smtClean="0"/>
              <a:t>2025/11/9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B91F034-B4CA-4431-99EE-34C17E2E2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4DEED82-F697-4D09-B0F0-3E41118B4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82AE0-DEC4-4DCA-95DA-1171B67DF9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1638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BA1ED1-77E7-4918-9B15-C5B007EAEB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18BE7AE-84FB-4F3C-A49A-6471AE4DC0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6232545-5450-4AE1-BDCF-07CA981B1D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1005CC3-BD3E-4D42-80B2-BE1F3C409B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1458340-9476-4512-96DA-6EC06423C0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A9ABAED-D0BF-4797-B451-6E7CAF2CA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03170-10BB-4ECE-A803-6925E86BEF51}" type="datetimeFigureOut">
              <a:rPr lang="zh-CN" altLang="en-US" smtClean="0"/>
              <a:t>2025/11/9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5774297-5C56-4D1F-9CC4-16478D0162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2B76C6E-A4A9-4419-B4E4-0B5FA6A37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82AE0-DEC4-4DCA-95DA-1171B67DF9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76349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DAD189-4A78-44F7-BE15-3619BB352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72597EB-C1C8-4317-83A2-F90D03D25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03170-10BB-4ECE-A803-6925E86BEF51}" type="datetimeFigureOut">
              <a:rPr lang="zh-CN" altLang="en-US" smtClean="0"/>
              <a:t>2025/11/9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E8DBE81-ECF6-4815-A846-6711BDA72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10E2AE8-6622-4C44-B5A1-35F18827D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82AE0-DEC4-4DCA-95DA-1171B67DF9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69145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4F94E17-752D-4913-BAE0-3435018F1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03170-10BB-4ECE-A803-6925E86BEF51}" type="datetimeFigureOut">
              <a:rPr lang="zh-CN" altLang="en-US" smtClean="0"/>
              <a:t>2025/11/9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97F64B0-CA69-4C24-B6D6-6561A4F7F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651B882-5E7E-459F-97B8-D9FA5321B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82AE0-DEC4-4DCA-95DA-1171B67DF9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67369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36CEAD-0AAA-48B7-AAB4-E036BCD6C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74216C4-29B4-49C8-B825-A1E27E85BD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D182A49-760D-4D0A-A65E-22C19C22E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CF2861F-B362-462F-821E-98043A260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03170-10BB-4ECE-A803-6925E86BEF51}" type="datetimeFigureOut">
              <a:rPr lang="zh-CN" altLang="en-US" smtClean="0"/>
              <a:t>2025/11/9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38698D9-6D90-4BE2-A65C-3B7AC786B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F39FAD7-7F45-4CFD-833C-516A6EE0D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82AE0-DEC4-4DCA-95DA-1171B67DF9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95761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C19A64-2E61-4FE2-824A-7934E5B69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F8B343B-D1DE-45C2-B0C1-FF3A9C4663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2CFDD76-3E30-4A6C-B179-D472397D11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1A40F64-7894-4126-80BE-5B9D41132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03170-10BB-4ECE-A803-6925E86BEF51}" type="datetimeFigureOut">
              <a:rPr lang="zh-CN" altLang="en-US" smtClean="0"/>
              <a:t>2025/11/9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52CD29C-981C-4B1E-A0E9-9540CCBF2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9886172-6885-4FFF-9D71-6068C7538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82AE0-DEC4-4DCA-95DA-1171B67DF9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53997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F5E192-BB7D-4BFE-8143-8DC4B4C2E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2EA25ED-9561-4663-B33F-F8AB933FD4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6BC5409-011B-4C28-9CA0-1D520A342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03170-10BB-4ECE-A803-6925E86BEF51}" type="datetimeFigureOut">
              <a:rPr lang="zh-CN" altLang="en-US" smtClean="0"/>
              <a:t>2025/11/9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F7A39F6-3AE5-4203-8D52-69D227551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8241E3B-31DF-412D-AE4C-D9404AEE6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82AE0-DEC4-4DCA-95DA-1171B67DF9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03858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5885D61-C800-44EC-B3B6-DB523DD26B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C2AD617-20F6-4251-BBE0-7331430960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B900331-6C59-443F-8084-3347F608C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03170-10BB-4ECE-A803-6925E86BEF51}" type="datetimeFigureOut">
              <a:rPr lang="zh-CN" altLang="en-US" smtClean="0"/>
              <a:t>2025/11/9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8FFC1DF-A1B0-49C7-A8CD-5B7F802A3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1822B28-4CB1-4F3B-A406-79B326C2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82AE0-DEC4-4DCA-95DA-1171B67DF9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76163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B1B25FC-41F0-43F6-B9F2-75BCDD5F9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2DAC2F9-1042-4FC4-AA10-B3185519A1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6F65D11-D944-4F42-A901-36829FA127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603170-10BB-4ECE-A803-6925E86BEF51}" type="datetimeFigureOut">
              <a:rPr lang="zh-CN" altLang="en-US" smtClean="0"/>
              <a:t>2025/11/9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47CDD7A-D57C-43D8-A61D-2A4142F006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EB7B98E-5891-465D-A56E-8A8F3E7500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782AE0-DEC4-4DCA-95DA-1171B67DF9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1257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流程图: 接点 23">
            <a:extLst>
              <a:ext uri="{FF2B5EF4-FFF2-40B4-BE49-F238E27FC236}">
                <a16:creationId xmlns:a16="http://schemas.microsoft.com/office/drawing/2014/main" id="{5B8C2D55-4818-4119-9BD6-9A000AF7B5FB}"/>
              </a:ext>
            </a:extLst>
          </p:cNvPr>
          <p:cNvSpPr/>
          <p:nvPr/>
        </p:nvSpPr>
        <p:spPr>
          <a:xfrm>
            <a:off x="737048" y="3591111"/>
            <a:ext cx="2949358" cy="2949358"/>
          </a:xfrm>
          <a:prstGeom prst="flowChartConnector">
            <a:avLst/>
          </a:prstGeom>
          <a:solidFill>
            <a:srgbClr val="0A26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60509B6-C02A-4A31-9370-6BBA83EE010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31" r="63269"/>
          <a:stretch/>
        </p:blipFill>
        <p:spPr>
          <a:xfrm>
            <a:off x="1385251" y="3924428"/>
            <a:ext cx="1652953" cy="124735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082F156-A272-4151-8A05-837F3D2DC3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9881" y="669448"/>
            <a:ext cx="6318755" cy="1154955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B82D90B4-CE3F-4BB9-83C4-7F9A89E4E2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8718" y="616360"/>
            <a:ext cx="3449820" cy="630565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F2E27EDB-5882-4A3F-B93A-FF6AE0FB1CE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6744" y="2328446"/>
            <a:ext cx="3763640" cy="1018267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CAF0819F-F6D4-4334-B80D-C047BE7F5F0F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007" r="31390"/>
          <a:stretch/>
        </p:blipFill>
        <p:spPr>
          <a:xfrm>
            <a:off x="7363558" y="4567330"/>
            <a:ext cx="1151792" cy="1018267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BD2DEA1E-7985-485F-AACB-027138104E9F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3751"/>
          <a:stretch/>
        </p:blipFill>
        <p:spPr>
          <a:xfrm>
            <a:off x="7186246" y="3850757"/>
            <a:ext cx="1364274" cy="1018267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0059ABEF-BC7B-4D60-8ED7-631EE8554E37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9876" t="10137" r="5782" b="5891"/>
          <a:stretch/>
        </p:blipFill>
        <p:spPr>
          <a:xfrm>
            <a:off x="10414488" y="4306651"/>
            <a:ext cx="1151793" cy="1453894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26F99973-472C-4AAF-9789-D96CFB5E31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312" y="2084080"/>
            <a:ext cx="4736261" cy="1247354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03F63003-6BB8-462A-B448-C13280FF0CA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060" r="31227"/>
          <a:stretch/>
        </p:blipFill>
        <p:spPr>
          <a:xfrm>
            <a:off x="1385251" y="4961920"/>
            <a:ext cx="1596709" cy="1247354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D2ADE513-F775-4651-976B-1421B71C8AA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89060" y="4124960"/>
            <a:ext cx="2469350" cy="246935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42225613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CB1A8228-2252-4A32-A5C4-4B59291315F8}"/>
              </a:ext>
            </a:extLst>
          </p:cNvPr>
          <p:cNvSpPr/>
          <p:nvPr/>
        </p:nvSpPr>
        <p:spPr>
          <a:xfrm>
            <a:off x="2052320" y="2492863"/>
            <a:ext cx="7284720" cy="17881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B2475481-BCF8-485C-B8D1-9A5B643C3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0C1240B4-72B7-4AE5-A234-2882FFDA6C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26" y="2177574"/>
            <a:ext cx="3449890" cy="63057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627AD028-1FCB-4064-8B8D-40CDBF35194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5058" t="23770" r="22556" b="21581"/>
          <a:stretch/>
        </p:blipFill>
        <p:spPr>
          <a:xfrm>
            <a:off x="3501341" y="3651813"/>
            <a:ext cx="5567423" cy="1431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43412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0</Words>
  <Application>Microsoft Office PowerPoint</Application>
  <PresentationFormat>宽屏</PresentationFormat>
  <Paragraphs>0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Cao Yanjun</dc:creator>
  <cp:lastModifiedBy>Cao Yanjun</cp:lastModifiedBy>
  <cp:revision>9</cp:revision>
  <dcterms:created xsi:type="dcterms:W3CDTF">2025-11-09T11:47:02Z</dcterms:created>
  <dcterms:modified xsi:type="dcterms:W3CDTF">2025-11-09T13:38:49Z</dcterms:modified>
</cp:coreProperties>
</file>